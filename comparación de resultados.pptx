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92A2F8-BA40-EF35-D62D-45827E5C79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0FB852-7E84-B7E2-3532-443AADF33B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045AE7-B3B5-474D-11F3-18817093E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D76C-3F3A-4BB2-8228-1BDEE610ED83}" type="datetimeFigureOut">
              <a:rPr lang="es-CL" smtClean="0"/>
              <a:t>11-04-2026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8BF787-87A9-EF6B-1B7F-B5FBC8BE3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315B8B-A4CC-3F99-2981-80FE05ED8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A2200-73A4-4F60-8123-8D5AD06FEC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36165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7A99C5-9BD0-48CA-BCD9-1DFA0A353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12E21C-F38A-6206-9BF3-E8CC5D8B5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46801B-432C-DF36-1B82-BB9EE2DF1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D76C-3F3A-4BB2-8228-1BDEE610ED83}" type="datetimeFigureOut">
              <a:rPr lang="es-CL" smtClean="0"/>
              <a:t>11-04-2026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FDFF39-C01A-BCE5-DFE9-8FC2C3C3F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0C0590-D719-B10E-F7C1-90CDB4BAE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A2200-73A4-4F60-8123-8D5AD06FEC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94070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1CDA4C-024B-A640-CEB9-19641BFC4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6CFA64-8B6F-3985-109B-D843C8012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07A556-87F7-4CB4-CFA1-E5F96913A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D76C-3F3A-4BB2-8228-1BDEE610ED83}" type="datetimeFigureOut">
              <a:rPr lang="es-CL" smtClean="0"/>
              <a:t>11-04-2026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A1EBA7-4AC0-7888-FAB2-17C15D6FD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60F513-F62C-C386-E785-B059BB294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A2200-73A4-4F60-8123-8D5AD06FEC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85618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50EA4C-CD14-E8F7-2D6D-1AAA5F647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CECDC8-1095-342E-513A-4333B348C4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B297F6-8F8F-BEE1-3C45-1FDC5D099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03DC84A-52E1-1A7B-792E-51B7E7368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D76C-3F3A-4BB2-8228-1BDEE610ED83}" type="datetimeFigureOut">
              <a:rPr lang="es-CL" smtClean="0"/>
              <a:t>11-04-2026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A547CB-9DED-C9AF-1B69-59C5AC609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12EB9FF-2FA2-A325-5F94-D112D185F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A2200-73A4-4F60-8123-8D5AD06FEC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08076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2D8624-4C9E-E4A2-6B0B-785767D7A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941BC1-408A-74FC-D3B1-2B9CFF2C0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18A24A-B26A-AFDF-43D3-3770AA796B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CCC5550-BBFF-3F4F-536A-0E6DDA55BF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DA7352A-107A-C624-5113-99B10FC6AE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242F0A3-F8E4-D9F7-23AA-0D331797C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D76C-3F3A-4BB2-8228-1BDEE610ED83}" type="datetimeFigureOut">
              <a:rPr lang="es-CL" smtClean="0"/>
              <a:t>11-04-2026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B5615C8-8794-8926-CDAD-4B3FD9240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937720B-66A0-8595-E9E3-5BF213448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A2200-73A4-4F60-8123-8D5AD06FEC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02662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2C8C13-0315-C24E-012E-0A55AB3F4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C34F9D5-0074-4CE1-844C-DFB4DDFF4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D76C-3F3A-4BB2-8228-1BDEE610ED83}" type="datetimeFigureOut">
              <a:rPr lang="es-CL" smtClean="0"/>
              <a:t>11-04-2026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C6A2686-881D-CC44-42FF-F18F6440C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8E7C9E-0386-7395-3572-352D12E28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A2200-73A4-4F60-8123-8D5AD06FEC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45983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9EFBA24-A07D-D8F1-2054-23E5AC083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D76C-3F3A-4BB2-8228-1BDEE610ED83}" type="datetimeFigureOut">
              <a:rPr lang="es-CL" smtClean="0"/>
              <a:t>11-04-2026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610C1D0-66BA-C88A-7993-B29C308ED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767400-BD6F-1EE9-D51D-FD1EBABB4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A2200-73A4-4F60-8123-8D5AD06FEC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28508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7AA941-9F2A-A2F0-CE35-FBE6E71B2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F6AE52-6AFB-EF5A-F470-15C6E5535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5D21CDB-1C2B-ADC2-9D1D-36E22FEA6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87AA52-439F-22BF-F0E2-3288E552D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D76C-3F3A-4BB2-8228-1BDEE610ED83}" type="datetimeFigureOut">
              <a:rPr lang="es-CL" smtClean="0"/>
              <a:t>11-04-2026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DE1FF2-5F16-5AA0-564F-86297228A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21921DA-DA23-08D0-CA84-92C0DD5DB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A2200-73A4-4F60-8123-8D5AD06FEC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8773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762037-7D83-A80B-5C7A-8C1C559BF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27FE447-C4A3-FF5D-EF2E-52C76641CC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2D47E3D-B7F4-B913-F3B1-73E5C0D962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25A0B9-9904-E128-58D0-99FB1837D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D76C-3F3A-4BB2-8228-1BDEE610ED83}" type="datetimeFigureOut">
              <a:rPr lang="es-CL" smtClean="0"/>
              <a:t>11-04-2026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C9A4FE-8A5B-5A88-668A-32EF814AF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E26FF6-9202-3ED7-C584-2868E0EB1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A2200-73A4-4F60-8123-8D5AD06FEC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4502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86452A-2E06-F81A-244D-D444F28AC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61312FB-9E1E-8595-F5B7-B6F4E4D65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8A4A0B-9828-0D27-0006-660F3F737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D76C-3F3A-4BB2-8228-1BDEE610ED83}" type="datetimeFigureOut">
              <a:rPr lang="es-CL" smtClean="0"/>
              <a:t>11-04-2026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76A1FD-3E4A-ED0E-F1EC-DAAE900D9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5960AB-F3F2-9D72-6F1D-EA33C8E1D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A2200-73A4-4F60-8123-8D5AD06FEC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87565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19F71F7-A14E-64A2-81EA-E3713FEFAC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D6B91B8-9AFD-38A0-7A95-0AE65EBEA8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96F8E6-C7E5-C181-D173-DCFD4E38D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6D76C-3F3A-4BB2-8228-1BDEE610ED83}" type="datetimeFigureOut">
              <a:rPr lang="es-CL" smtClean="0"/>
              <a:t>11-04-2026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4F0AFE-8CDC-B597-E392-3BDF64C27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52FE86-148E-E96F-AEFC-F33488D5D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A2200-73A4-4F60-8123-8D5AD06FEC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3086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3155D6C-D8EC-FD4B-CCB5-9990DC415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7BE9DA-5D64-DCBC-BC5B-288A4B4B3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9AAE3D-F514-74F5-C6CC-4F8B075251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06D76C-3F3A-4BB2-8228-1BDEE610ED83}" type="datetimeFigureOut">
              <a:rPr lang="es-CL" smtClean="0"/>
              <a:t>11-04-2026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7F295B-CFB2-0D0D-3A47-18F86F615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9ED814-FAB0-02FB-79FF-BB29D8B7E0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DA2200-73A4-4F60-8123-8D5AD06FEC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12523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4E68CA-D58D-2857-B89A-648D149369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58D369-65B1-A222-4255-BD362687E5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7DF2A7C-1FA7-3224-2C4F-C8E0F457C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18980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2C20E09-3890-4E22-B24B-F9EEB49C1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952680" cy="6858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5C835C9-802B-104A-AADD-B86151CB82D6}"/>
              </a:ext>
            </a:extLst>
          </p:cNvPr>
          <p:cNvSpPr txBox="1"/>
          <p:nvPr/>
        </p:nvSpPr>
        <p:spPr>
          <a:xfrm>
            <a:off x="4748981" y="550606"/>
            <a:ext cx="1291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dirty="0"/>
              <a:t>Apartado B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27789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0E2B6D-6E8D-3E67-7227-0C880E4D0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endParaRPr lang="en-US" sz="5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CC14DB0-8C4A-F386-02E7-C4774762DB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9" r="6524" b="-3"/>
          <a:stretch>
            <a:fillRect/>
          </a:stretch>
        </p:blipFill>
        <p:spPr>
          <a:xfrm>
            <a:off x="258331" y="170412"/>
            <a:ext cx="7038257" cy="4718216"/>
          </a:xfrm>
          <a:prstGeom prst="rect">
            <a:avLst/>
          </a:prstGeom>
        </p:spPr>
      </p:pic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B871FBDE-D3F2-47DE-9817-C2586EE7E8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6607" r="7990" b="-3"/>
          <a:stretch>
            <a:fillRect/>
          </a:stretch>
        </p:blipFill>
        <p:spPr>
          <a:xfrm>
            <a:off x="4471499" y="2472277"/>
            <a:ext cx="7717452" cy="517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2641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</Words>
  <Application>Microsoft Office PowerPoint</Application>
  <PresentationFormat>Panorámica</PresentationFormat>
  <Paragraphs>1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Susana Alfaro-Lira</dc:creator>
  <cp:lastModifiedBy>Susana Alfaro-Lira</cp:lastModifiedBy>
  <cp:revision>1</cp:revision>
  <dcterms:created xsi:type="dcterms:W3CDTF">2026-04-12T03:32:31Z</dcterms:created>
  <dcterms:modified xsi:type="dcterms:W3CDTF">2026-04-12T04:01:20Z</dcterms:modified>
</cp:coreProperties>
</file>